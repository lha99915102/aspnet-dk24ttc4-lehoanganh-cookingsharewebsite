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6E1"/>
    <a:srgbClr val="3072AE"/>
    <a:srgbClr val="307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92E5E-3198-476D-B898-73FD86A0B517}" v="54" dt="2026-03-27T02:57:10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7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 Anh Lê" userId="9f9ccdf9175d6af5" providerId="LiveId" clId="{A517F434-CB53-4853-AE5D-6EE62753C918}"/>
    <pc:docChg chg="undo custSel modSld">
      <pc:chgData name="Hoàng Anh Lê" userId="9f9ccdf9175d6af5" providerId="LiveId" clId="{A517F434-CB53-4853-AE5D-6EE62753C918}" dt="2026-03-27T03:04:41.320" v="285" actId="207"/>
      <pc:docMkLst>
        <pc:docMk/>
      </pc:docMkLst>
      <pc:sldChg chg="addSp delSp modSp mod">
        <pc:chgData name="Hoàng Anh Lê" userId="9f9ccdf9175d6af5" providerId="LiveId" clId="{A517F434-CB53-4853-AE5D-6EE62753C918}" dt="2026-03-27T03:04:41.320" v="285" actId="207"/>
        <pc:sldMkLst>
          <pc:docMk/>
          <pc:sldMk cId="3831316391" sldId="256"/>
        </pc:sldMkLst>
        <pc:spChg chg="del">
          <ac:chgData name="Hoàng Anh Lê" userId="9f9ccdf9175d6af5" providerId="LiveId" clId="{A517F434-CB53-4853-AE5D-6EE62753C918}" dt="2026-03-27T02:28:22.064" v="0" actId="478"/>
          <ac:spMkLst>
            <pc:docMk/>
            <pc:sldMk cId="3831316391" sldId="256"/>
            <ac:spMk id="2" creationId="{5848B631-DCFA-8092-5030-C230CC79C4E6}"/>
          </ac:spMkLst>
        </pc:spChg>
        <pc:spChg chg="del">
          <ac:chgData name="Hoàng Anh Lê" userId="9f9ccdf9175d6af5" providerId="LiveId" clId="{A517F434-CB53-4853-AE5D-6EE62753C918}" dt="2026-03-27T02:28:24.659" v="1" actId="478"/>
          <ac:spMkLst>
            <pc:docMk/>
            <pc:sldMk cId="3831316391" sldId="256"/>
            <ac:spMk id="3" creationId="{03DF9255-C0AF-22DB-ABAB-D9C0B57A3658}"/>
          </ac:spMkLst>
        </pc:spChg>
        <pc:spChg chg="add mod">
          <ac:chgData name="Hoàng Anh Lê" userId="9f9ccdf9175d6af5" providerId="LiveId" clId="{A517F434-CB53-4853-AE5D-6EE62753C918}" dt="2026-03-27T03:04:41.320" v="285" actId="207"/>
          <ac:spMkLst>
            <pc:docMk/>
            <pc:sldMk cId="3831316391" sldId="256"/>
            <ac:spMk id="6" creationId="{FD99E430-5A93-C3CC-8E15-7F684EF028E8}"/>
          </ac:spMkLst>
        </pc:spChg>
        <pc:spChg chg="add del mod">
          <ac:chgData name="Hoàng Anh Lê" userId="9f9ccdf9175d6af5" providerId="LiveId" clId="{A517F434-CB53-4853-AE5D-6EE62753C918}" dt="2026-03-27T02:42:34.313" v="70" actId="22"/>
          <ac:spMkLst>
            <pc:docMk/>
            <pc:sldMk cId="3831316391" sldId="256"/>
            <ac:spMk id="9" creationId="{2813B53E-F9A1-3797-2653-D6B06614D1A7}"/>
          </ac:spMkLst>
        </pc:spChg>
        <pc:spChg chg="add del mod">
          <ac:chgData name="Hoàng Anh Lê" userId="9f9ccdf9175d6af5" providerId="LiveId" clId="{A517F434-CB53-4853-AE5D-6EE62753C918}" dt="2026-03-27T02:48:58.079" v="128" actId="478"/>
          <ac:spMkLst>
            <pc:docMk/>
            <pc:sldMk cId="3831316391" sldId="256"/>
            <ac:spMk id="10" creationId="{C77347D1-A020-C1DA-537C-509D0329408B}"/>
          </ac:spMkLst>
        </pc:spChg>
        <pc:spChg chg="add del mod">
          <ac:chgData name="Hoàng Anh Lê" userId="9f9ccdf9175d6af5" providerId="LiveId" clId="{A517F434-CB53-4853-AE5D-6EE62753C918}" dt="2026-03-27T02:49:05.565" v="129" actId="478"/>
          <ac:spMkLst>
            <pc:docMk/>
            <pc:sldMk cId="3831316391" sldId="256"/>
            <ac:spMk id="12" creationId="{B8957664-4797-E9C1-FD62-7B35EF8BD099}"/>
          </ac:spMkLst>
        </pc:spChg>
        <pc:spChg chg="add mod">
          <ac:chgData name="Hoàng Anh Lê" userId="9f9ccdf9175d6af5" providerId="LiveId" clId="{A517F434-CB53-4853-AE5D-6EE62753C918}" dt="2026-03-27T02:49:33.495" v="131"/>
          <ac:spMkLst>
            <pc:docMk/>
            <pc:sldMk cId="3831316391" sldId="256"/>
            <ac:spMk id="13" creationId="{A1043911-4F3F-65A0-A437-1396A20A806B}"/>
          </ac:spMkLst>
        </pc:spChg>
        <pc:spChg chg="add mod">
          <ac:chgData name="Hoàng Anh Lê" userId="9f9ccdf9175d6af5" providerId="LiveId" clId="{A517F434-CB53-4853-AE5D-6EE62753C918}" dt="2026-03-27T02:49:37.613" v="132"/>
          <ac:spMkLst>
            <pc:docMk/>
            <pc:sldMk cId="3831316391" sldId="256"/>
            <ac:spMk id="14" creationId="{7CC1F659-A810-A3EA-0351-0650E0BC5C77}"/>
          </ac:spMkLst>
        </pc:spChg>
        <pc:spChg chg="add mod">
          <ac:chgData name="Hoàng Anh Lê" userId="9f9ccdf9175d6af5" providerId="LiveId" clId="{A517F434-CB53-4853-AE5D-6EE62753C918}" dt="2026-03-27T02:59:07.109" v="275" actId="1036"/>
          <ac:spMkLst>
            <pc:docMk/>
            <pc:sldMk cId="3831316391" sldId="256"/>
            <ac:spMk id="16" creationId="{13328ABE-CB6F-A555-ADD2-057E0FFB5FEA}"/>
          </ac:spMkLst>
        </pc:spChg>
        <pc:spChg chg="add mod">
          <ac:chgData name="Hoàng Anh Lê" userId="9f9ccdf9175d6af5" providerId="LiveId" clId="{A517F434-CB53-4853-AE5D-6EE62753C918}" dt="2026-03-27T03:02:48.345" v="282" actId="1076"/>
          <ac:spMkLst>
            <pc:docMk/>
            <pc:sldMk cId="3831316391" sldId="256"/>
            <ac:spMk id="18" creationId="{AA9E4DC0-DA57-6BB1-D891-A13880FF6EF1}"/>
          </ac:spMkLst>
        </pc:spChg>
        <pc:spChg chg="add del mod">
          <ac:chgData name="Hoàng Anh Lê" userId="9f9ccdf9175d6af5" providerId="LiveId" clId="{A517F434-CB53-4853-AE5D-6EE62753C918}" dt="2026-03-27T02:56:52.392" v="246" actId="478"/>
          <ac:spMkLst>
            <pc:docMk/>
            <pc:sldMk cId="3831316391" sldId="256"/>
            <ac:spMk id="19" creationId="{78E3A774-BFF6-E5B3-D808-C388D94B5B18}"/>
          </ac:spMkLst>
        </pc:spChg>
        <pc:spChg chg="add del mod">
          <ac:chgData name="Hoàng Anh Lê" userId="9f9ccdf9175d6af5" providerId="LiveId" clId="{A517F434-CB53-4853-AE5D-6EE62753C918}" dt="2026-03-27T02:57:10.388" v="249" actId="478"/>
          <ac:spMkLst>
            <pc:docMk/>
            <pc:sldMk cId="3831316391" sldId="256"/>
            <ac:spMk id="20" creationId="{76EC50C8-5564-4DA2-C220-0BE52D93E488}"/>
          </ac:spMkLst>
        </pc:spChg>
        <pc:spChg chg="add mod">
          <ac:chgData name="Hoàng Anh Lê" userId="9f9ccdf9175d6af5" providerId="LiveId" clId="{A517F434-CB53-4853-AE5D-6EE62753C918}" dt="2026-03-27T02:53:59.993" v="213" actId="1076"/>
          <ac:spMkLst>
            <pc:docMk/>
            <pc:sldMk cId="3831316391" sldId="256"/>
            <ac:spMk id="22" creationId="{D954B4F7-63AD-2406-3CDB-FF42F7B18BE1}"/>
          </ac:spMkLst>
        </pc:spChg>
        <pc:spChg chg="add del ord">
          <ac:chgData name="Hoàng Anh Lê" userId="9f9ccdf9175d6af5" providerId="LiveId" clId="{A517F434-CB53-4853-AE5D-6EE62753C918}" dt="2026-03-27T02:55:01.184" v="238" actId="478"/>
          <ac:spMkLst>
            <pc:docMk/>
            <pc:sldMk cId="3831316391" sldId="256"/>
            <ac:spMk id="23" creationId="{B40DD261-F7A2-C00E-E112-B064A08A9F09}"/>
          </ac:spMkLst>
        </pc:spChg>
        <pc:spChg chg="add mod">
          <ac:chgData name="Hoàng Anh Lê" userId="9f9ccdf9175d6af5" providerId="LiveId" clId="{A517F434-CB53-4853-AE5D-6EE62753C918}" dt="2026-03-27T02:57:17.079" v="252" actId="1076"/>
          <ac:spMkLst>
            <pc:docMk/>
            <pc:sldMk cId="3831316391" sldId="256"/>
            <ac:spMk id="27" creationId="{3BCA4C9B-79BA-A5E5-D222-F141A8EEB417}"/>
          </ac:spMkLst>
        </pc:spChg>
        <pc:spChg chg="add mod">
          <ac:chgData name="Hoàng Anh Lê" userId="9f9ccdf9175d6af5" providerId="LiveId" clId="{A517F434-CB53-4853-AE5D-6EE62753C918}" dt="2026-03-27T02:57:20.597" v="253" actId="1076"/>
          <ac:spMkLst>
            <pc:docMk/>
            <pc:sldMk cId="3831316391" sldId="256"/>
            <ac:spMk id="29" creationId="{3E2C2B83-C2E0-A9C1-7846-85313D11E907}"/>
          </ac:spMkLst>
        </pc:spChg>
        <pc:picChg chg="add del mod">
          <ac:chgData name="Hoàng Anh Lê" userId="9f9ccdf9175d6af5" providerId="LiveId" clId="{A517F434-CB53-4853-AE5D-6EE62753C918}" dt="2026-03-27T02:48:31.678" v="124" actId="478"/>
          <ac:picMkLst>
            <pc:docMk/>
            <pc:sldMk cId="3831316391" sldId="256"/>
            <ac:picMk id="3" creationId="{F225A985-B77F-4ABB-79C4-CF0489982E58}"/>
          </ac:picMkLst>
        </pc:picChg>
        <pc:picChg chg="add del mod">
          <ac:chgData name="Hoàng Anh Lê" userId="9f9ccdf9175d6af5" providerId="LiveId" clId="{A517F434-CB53-4853-AE5D-6EE62753C918}" dt="2026-03-27T02:48:32.363" v="125" actId="478"/>
          <ac:picMkLst>
            <pc:docMk/>
            <pc:sldMk cId="3831316391" sldId="256"/>
            <ac:picMk id="5" creationId="{86D28974-1DBF-4355-FBAE-14ED94E87BAA}"/>
          </ac:picMkLst>
        </pc:picChg>
        <pc:picChg chg="add del mod">
          <ac:chgData name="Hoàng Anh Lê" userId="9f9ccdf9175d6af5" providerId="LiveId" clId="{A517F434-CB53-4853-AE5D-6EE62753C918}" dt="2026-03-27T02:57:30.741" v="255" actId="478"/>
          <ac:picMkLst>
            <pc:docMk/>
            <pc:sldMk cId="3831316391" sldId="256"/>
            <ac:picMk id="7" creationId="{85F5022D-E7A4-B082-ABD1-E06655AF1BEB}"/>
          </ac:picMkLst>
        </pc:picChg>
        <pc:picChg chg="add del mod ord">
          <ac:chgData name="Hoàng Anh Lê" userId="9f9ccdf9175d6af5" providerId="LiveId" clId="{A517F434-CB53-4853-AE5D-6EE62753C918}" dt="2026-03-27T02:57:28.699" v="254" actId="478"/>
          <ac:picMkLst>
            <pc:docMk/>
            <pc:sldMk cId="3831316391" sldId="256"/>
            <ac:picMk id="25" creationId="{DEA495DB-DF2D-FBD8-3271-ADA89DFF9D89}"/>
          </ac:picMkLst>
        </pc:picChg>
        <pc:picChg chg="add mod">
          <ac:chgData name="Hoàng Anh Lê" userId="9f9ccdf9175d6af5" providerId="LiveId" clId="{A517F434-CB53-4853-AE5D-6EE62753C918}" dt="2026-03-27T02:58:59.543" v="260" actId="14100"/>
          <ac:picMkLst>
            <pc:docMk/>
            <pc:sldMk cId="3831316391" sldId="256"/>
            <ac:picMk id="31" creationId="{305D6F94-2778-E8D9-EA89-0A0DB11BACC5}"/>
          </ac:picMkLst>
        </pc:picChg>
        <pc:picChg chg="add mod ord">
          <ac:chgData name="Hoàng Anh Lê" userId="9f9ccdf9175d6af5" providerId="LiveId" clId="{A517F434-CB53-4853-AE5D-6EE62753C918}" dt="2026-03-27T03:02:13.930" v="281" actId="14100"/>
          <ac:picMkLst>
            <pc:docMk/>
            <pc:sldMk cId="3831316391" sldId="256"/>
            <ac:picMk id="33" creationId="{2922CCED-54AD-5FEE-7E67-A04EFF2E67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D9C0-BB4C-B390-E31F-2FA44EDFB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08900-C4E5-538F-9245-FBC00E493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38341-88BA-9ABE-BDAB-78066424C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BC558-785F-8BD5-3466-353DD589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5036-A7F6-2250-D024-4554467D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2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F716-32A6-BDB7-6E45-13B6554D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A225-A8EE-61E1-B1E5-48A9FE10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E7510-A097-0A84-06E5-0BBC3872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8F82-0E1C-CC51-51B4-D9C79C07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79500-071F-AE99-F46C-5F207A93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8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911B-11C5-D31F-1302-122E615E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F872F-1D92-4683-25E3-ACCDF1DB8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0E56F-1FB7-13C1-CF20-F0B8EA7E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6E18-3009-7C66-DE91-0588A8AE9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67EAE-BC7A-3ACE-4732-6A5127F1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2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28A6-C2AC-164F-44E5-7141838E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EA6CF-4DDB-0A09-7A39-26F271451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F2681-C988-9FB2-DBB5-638EBA65F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8E350-E466-E6DD-545B-C662B8AF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5E350-81A3-6818-E4BB-7FEDD6C4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712A4-26A5-F031-CDF8-876C99CB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0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52E8-EA52-2E5A-F9BD-339A4B41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E697D-0DFD-9BBA-C8DC-0029590BD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484E2-24AC-6814-2E39-5B53D157F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05ACB-2796-BA86-24FE-5AE4D3853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ADFE4A-A55A-A38B-3156-643186CD1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5AF4D-7F4A-9CA1-7C15-08ED6BEA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BE020-8D97-5FB0-691E-1F4E0D5F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8ACA4-529B-D5D0-4B3A-26D98B1E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8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77C0-01AB-7DA8-C302-5954D713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03DF9-7BE5-BEA3-9C0C-F82451DA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FC284-5C23-8529-38B5-3020D6A1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E3FE5-9BC2-56CA-9256-3CEDF3D8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4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46DA-41EC-595F-7C8A-1FCDB67B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93572C-56F4-99C9-4172-82326635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1D76-4ED5-C9CE-E3B3-2E45A145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D6508-0EF3-F6EB-4F20-9BBADDB6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B22A-92FC-0F79-F3AF-700AC883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97762-F4C6-A6BF-1DF1-242DE0B25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D836D-DC0D-55DC-6C51-C6E4843A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7B1E1-8BCB-A97D-9D26-9AC2CC8B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4D4E4-E402-E3B1-6CCE-C50ADDF7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1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699F-01BE-17A3-AC64-FF0E93C2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F096E-1C82-FC60-5852-57969B6B3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877F3-052A-C4FC-CBDE-A6B149433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372E5-30A7-D881-4CBA-5B9863C0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09A96-EB15-3A7B-461A-D6134748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09A40-7485-2972-7A18-FC422E4B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3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4332-1FDC-0524-63F0-050F319E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A6657-8D08-96B4-0E2F-EC587618C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066A-865C-BDB7-EE62-0E4D1937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DC01-B6CB-4B6D-0FB4-F3737454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298EE-2D90-E715-D363-EC984E0A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7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185EC-FE40-5B3C-D9F1-0030CCBBF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B3194-5CE1-E2EB-25E0-8DDEF1AF6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B8210-4307-4D20-A5FD-318B593A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8F2BA-A781-513F-9B55-7A42EC07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AFA72-966C-4A4A-2C99-F67AD0B6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4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F4E2FE-A735-982F-9156-72A5B6E5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FF522-BC70-6A06-C159-010CE201C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052AF-04B4-FAAA-52C0-14CB99106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55487-7370-444F-B522-E2CA76D9FB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F06F6-DA96-411C-E21A-DAC93E9FA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F57DC-5DA3-660A-67E5-EB47C2264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70B07-47F1-4538-96C5-A8FAC6F1E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2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922CCED-54AD-5FEE-7E67-A04EFF2E6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99E430-5A93-C3CC-8E15-7F684EF028E8}"/>
              </a:ext>
            </a:extLst>
          </p:cNvPr>
          <p:cNvSpPr/>
          <p:nvPr/>
        </p:nvSpPr>
        <p:spPr>
          <a:xfrm>
            <a:off x="1231432" y="3353380"/>
            <a:ext cx="980455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b="1" dirty="0">
                <a:ln w="22225">
                  <a:solidFill>
                    <a:srgbClr val="3072AE"/>
                  </a:solidFill>
                  <a:prstDash val="solid"/>
                </a:ln>
                <a:solidFill>
                  <a:srgbClr val="1846E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XÂY DỰNG WEBSITE CHIA SẺ CÔNG THỨC NẤU ĂN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328ABE-CB6F-A555-ADD2-057E0FFB5FEA}"/>
              </a:ext>
            </a:extLst>
          </p:cNvPr>
          <p:cNvSpPr txBox="1"/>
          <p:nvPr/>
        </p:nvSpPr>
        <p:spPr>
          <a:xfrm>
            <a:off x="3048786" y="134538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TRƯỜNG KỸ THUẬT VÀ CÔNG NGHỆ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KHOA CÔNG NGHỆ THÔNG TIN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E4DC0-DA57-6BB1-D891-A13880FF6EF1}"/>
              </a:ext>
            </a:extLst>
          </p:cNvPr>
          <p:cNvSpPr txBox="1"/>
          <p:nvPr/>
        </p:nvSpPr>
        <p:spPr>
          <a:xfrm>
            <a:off x="3190188" y="2488271"/>
            <a:ext cx="609442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ĐỒ ÁN MÔN HỌC: CHUYÊN ĐỀ ASP.NET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 KỲ V, NĂM HỌC 2025-2026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54B4F7-63AD-2406-3CDB-FF42F7B18BE1}"/>
              </a:ext>
            </a:extLst>
          </p:cNvPr>
          <p:cNvSpPr txBox="1"/>
          <p:nvPr/>
        </p:nvSpPr>
        <p:spPr>
          <a:xfrm>
            <a:off x="3048786" y="6152909"/>
            <a:ext cx="609442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Vĩnh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Long,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tháng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03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năm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2026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CA4C9B-79BA-A5E5-D222-F141A8EEB417}"/>
              </a:ext>
            </a:extLst>
          </p:cNvPr>
          <p:cNvSpPr txBox="1"/>
          <p:nvPr/>
        </p:nvSpPr>
        <p:spPr>
          <a:xfrm>
            <a:off x="1686616" y="4283270"/>
            <a:ext cx="6169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Giảng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viên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dẫn: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Đoàn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Phước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Miền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C2B83-C2E0-A9C1-7846-85313D11E907}"/>
              </a:ext>
            </a:extLst>
          </p:cNvPr>
          <p:cNvSpPr txBox="1"/>
          <p:nvPr/>
        </p:nvSpPr>
        <p:spPr>
          <a:xfrm>
            <a:off x="6553200" y="4269178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Sinh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viên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tên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Lê Hoàng Anh</a:t>
            </a:r>
          </a:p>
          <a:p>
            <a:pPr>
              <a:buNone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MSSV: 170124379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Lớp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DK24TTC4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05D6F94-2778-E8D9-EA89-0A0DB11BA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948" y="284255"/>
            <a:ext cx="974104" cy="97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1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CookingShare</Template>
  <TotalTime>32</TotalTime>
  <Words>71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Hoàng Anh Lê</dc:creator>
  <cp:lastModifiedBy>Hoàng Anh Lê</cp:lastModifiedBy>
  <cp:revision>1</cp:revision>
  <dcterms:created xsi:type="dcterms:W3CDTF">2026-03-27T02:26:11Z</dcterms:created>
  <dcterms:modified xsi:type="dcterms:W3CDTF">2026-03-27T03:04:50Z</dcterms:modified>
</cp:coreProperties>
</file>